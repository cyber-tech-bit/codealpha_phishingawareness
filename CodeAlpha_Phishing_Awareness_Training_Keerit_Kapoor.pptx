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Introduce the purpose of the module and explain that all examples are simulated for safe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Explain the three goals: recognition, verification, and practical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Define phishing in simple words and focus on deception rather than technical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Walk through the three example emails and compare the sender, greeting, tone, and link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Use the indicator table as a checklist for analysing any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Show how a fake website can look professional but have a suspicious address and credential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Explain the emotions attackers use to make victims act without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Summarize defensive habits and remind viewers to report rather than ignore suspicious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Use this as the interactive section. Ask the viewer to pause and choose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Reveal the answers and end with a memorable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AWARENESS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MODULE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BFF"/>
                </a:solidFill>
              </a:rPr>
              <a:t>Recognize phishing emails and fake websites. Understand social engineering. Practice safe response habits.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1148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50749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CodeAlpha Cyber Security Internship - Task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235440" y="12344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🎣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8580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Prepared by: Keerit Kapoor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Date: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goals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By the end, the viewer can spot, avoid, and report phishing attempts.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EAF3FF"/>
          </a:solidFill>
          <a:ln w="12700">
            <a:solidFill>
              <a:srgbClr val="9DC5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41732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0FDF4"/>
          </a:solidFill>
          <a:ln w="12700">
            <a:solidFill>
              <a:srgbClr val="8DE5AE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141732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7ED"/>
          </a:solidFill>
          <a:ln w="12700">
            <a:solidFill>
              <a:srgbClr val="FFC978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69E0"/>
                </a:solidFill>
              </a:rPr>
              <a:t>1. Spot red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Sender spoofing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Urgent threats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Suspicious links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Unexpected attachments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2. Verify safely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042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Use official websites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Avoid email links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Enable MFA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Report suspicious emails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58200" y="1783080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3. Practice 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58200" y="23042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Classify examples as: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Safe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Suspicious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Phishing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120"/>
                </a:solidFill>
              </a:rPr>
              <a:t>Then explain why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This module includes simulated examples, quick checks, and a short quiz.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phishing 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Phishing uses deception to trick people into sharing information, clicking links, or opening malware.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66751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E3D"/>
                </a:solidFill>
              </a:rPr>
              <a:t>Phishing is a social-engineering attack: the attacker pretends to be trusted so the victim acts quickly.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64922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0B1120"/>
                </a:solidFill>
              </a:rPr>
              <a:t>Common channels: email, SMS, calls, fake websites, and social media messages.</a:t>
            </a:r>
            <a:endParaRPr lang="en-US" sz="1600" dirty="0"/>
          </a:p>
          <a:p>
            <a:r>
              <a:rPr lang="en-US" sz="1600" dirty="0">
                <a:solidFill>
                  <a:srgbClr val="0B1120"/>
                </a:solidFill>
              </a:rPr>
              <a:t>Common goals: steal passwords, capture OTPs, collect payment details, or install malware.</a:t>
            </a:r>
            <a:endParaRPr lang="en-US" sz="1600" dirty="0"/>
          </a:p>
          <a:p>
            <a:r>
              <a:rPr lang="en-US" sz="1600" dirty="0">
                <a:solidFill>
                  <a:srgbClr val="0B1120"/>
                </a:solidFill>
              </a:rPr>
              <a:t>Main tactic: make the request feel urgent, familiar, or official.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9560" y="137160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EF2F2"/>
          </a:solidFill>
          <a:ln w="12700">
            <a:solidFill>
              <a:srgbClr val="FCA5A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Attacker formula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58200" y="22402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Trust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+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Urgency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+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Action link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=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B1120"/>
                </a:solidFill>
              </a:rPr>
              <a:t>Risk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examples: safe vs suspicious vs phishing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All examples are simulated for training and contain no real links or accounts.</a:t>
            </a:r>
            <a:endParaRPr lang="en-US" sz="1000" dirty="0"/>
          </a:p>
        </p:txBody>
      </p:sp>
      <p:pic>
        <p:nvPicPr>
          <p:cNvPr id="6" name="Image 0" descr="/mnt/data/phishing_email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430" y="1051560"/>
            <a:ext cx="761238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red flags to check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Do not trust the display name alone. Read the full email address and the message behavior.</a:t>
            </a:r>
            <a:endParaRPr lang="en-US" sz="1000" dirty="0"/>
          </a:p>
        </p:txBody>
      </p:sp>
      <p:pic>
        <p:nvPicPr>
          <p:cNvPr id="6" name="Image 0" descr="/mnt/data/phishing_email_analysis_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9880" y="1051560"/>
            <a:ext cx="646176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Fake website warning signs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A phishing email often sends victims to a fake page that imitates a real brand.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18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secure-login-northstar.example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057400"/>
            <a:ext cx="452628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48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Username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697480"/>
            <a:ext cx="452628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88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Password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3401568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354787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Verify Account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50749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7"/>
                </a:solidFill>
              </a:rPr>
              <a:t>Fake login page mockup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Warning signs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47548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0B1120"/>
                </a:solidFill>
              </a:rPr>
              <a:t>The domain is slightly different from the real website.</a:t>
            </a:r>
            <a:endParaRPr lang="en-US" sz="1700" dirty="0"/>
          </a:p>
          <a:p>
            <a:r>
              <a:rPr lang="en-US" sz="1700" dirty="0">
                <a:solidFill>
                  <a:srgbClr val="0B1120"/>
                </a:solidFill>
              </a:rPr>
              <a:t>The page asks for passwords or OTPs after an unexpected email.</a:t>
            </a:r>
            <a:endParaRPr lang="en-US" sz="1700" dirty="0"/>
          </a:p>
          <a:p>
            <a:r>
              <a:rPr lang="en-US" sz="1700" dirty="0">
                <a:solidFill>
                  <a:srgbClr val="0B1120"/>
                </a:solidFill>
              </a:rPr>
              <a:t>The page uses pressure: “verify now” or “account blocked”.</a:t>
            </a:r>
            <a:endParaRPr lang="en-US" sz="1700" dirty="0"/>
          </a:p>
          <a:p>
            <a:r>
              <a:rPr lang="en-US" sz="1700" dirty="0">
                <a:solidFill>
                  <a:srgbClr val="0B1120"/>
                </a:solidFill>
              </a:rPr>
              <a:t>The safest route is to type the official website manually.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0" y="50749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248656"/>
            <a:ext cx="4389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1120"/>
                </a:solidFill>
              </a:rPr>
              <a:t>Rule: If the message is unexpected, do not use its link. Open the official website or app directly.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Social-engineering tactics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Attackers target human reactions: fear, curiosity, authority, and reward.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828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⚠️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Fear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1874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120"/>
                </a:solidFill>
              </a:rPr>
              <a:t>“Your account will be suspended”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28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🏢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379476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Authority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3246120"/>
            <a:ext cx="1874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120"/>
                </a:solidFill>
              </a:rPr>
              <a:t>“From IT / bank / admin”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828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📎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667512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Curiosity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246120"/>
            <a:ext cx="1874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120"/>
                </a:solidFill>
              </a:rPr>
              <a:t>“See attached invoice”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81160" y="160020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1828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🎁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955548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Reward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55480" y="3246120"/>
            <a:ext cx="1874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120"/>
                </a:solidFill>
              </a:rPr>
              <a:t>“You won a gift card”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3D"/>
                </a:solidFill>
              </a:rPr>
              <a:t>Defence habit: pause, verify through a separate trusted channel, and report suspicious messages.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 to avoid phishing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Use this simple process before clicking, downloading, or replying.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5331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261872"/>
            <a:ext cx="21031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Check sender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252728"/>
            <a:ext cx="7132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Verify the full email address and domain.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3055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4942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157984"/>
            <a:ext cx="21031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Inspect links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7132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Hover first. Do not click unexpected links.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026664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4553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054096"/>
            <a:ext cx="21031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Protect credentials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044952"/>
            <a:ext cx="7132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Never share passwords, OTPs, or card details by email.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92277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4164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950208"/>
            <a:ext cx="21031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Use MFA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941064"/>
            <a:ext cx="7132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Enable multi-factor authentication wherever possible.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81888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37760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846320"/>
            <a:ext cx="21031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E3D"/>
                </a:solidFill>
              </a:rPr>
              <a:t>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4837176"/>
            <a:ext cx="7132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Use your email provider or IT/security reporting channel.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7607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C7D2FE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16168"/>
            <a:ext cx="10241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71E3D"/>
                </a:solidFill>
              </a:rPr>
              <a:t>Quick rule: When in doubt, do not click. Verify through an official website, app, or phone number you already trust.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BAD6"/>
          </a:solidFill>
          <a:ln w="12700">
            <a:solidFill>
              <a:srgbClr val="1DB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quiz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Pause the video and answer before revealing the answers on the next slide.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789920" cy="1161288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5905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35608"/>
            <a:ext cx="8961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An email says your account closes in 2 hours unless you click a link. What is the safest action?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1856232"/>
            <a:ext cx="8961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A) Click quickly   B) Verify through the official website   C) Reply with your password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10789920" cy="1161288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1752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1353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990088"/>
            <a:ext cx="8961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The display name says “Bank Support,” but the sender domain is bank-security-login.example. What is the red flag?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410712"/>
            <a:ext cx="8961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A) Lookalike domain   B) Too much punctuation   C) The time of 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0789920" cy="1161288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1270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00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6680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8961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A message asks for your OTP to “complete verification.” What should you do?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965192"/>
            <a:ext cx="8961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A) Send it   B) Ask a friend   C) Never share OTPs by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7"/>
                </a:solidFill>
              </a:rPr>
              <a:t>CodeAlpha Cyber Security Internship | Phishing Awareness Training | Keerit Kapoor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77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answers + closing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AD6"/>
                </a:solidFill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 - Verify through the official website or app.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AD6"/>
                </a:solidFill>
              </a:rPr>
              <a:t>Q2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2219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- The sender uses a lookalike domain.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AD6"/>
                </a:solidFill>
              </a:rPr>
              <a:t>Q3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3026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 - Never share OTPs, passwords, or payment data by email.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02A56"/>
          </a:solidFill>
          <a:ln w="12700">
            <a:solidFill>
              <a:srgbClr val="1DBAD6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43484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Remember: Stop. Check. Verify. Report.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DEBFF"/>
                </a:solidFill>
              </a:rPr>
              <a:t>References: CISA Recognize and Report Phishing; FTC How to Recognize and Avoid Phishing Scams; CISA Avoiding Social Engineering and Phishing Attacks; FBI Spoofing and Phishing.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DEB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CodeAlpha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Module</dc:title>
  <dc:subject>CodeAlpha Cyber Security Internship - Phishing Awareness Training</dc:subject>
  <dc:creator>Keerit Kapoor</dc:creator>
  <cp:lastModifiedBy>Keerit Kapoor</cp:lastModifiedBy>
  <cp:revision>1</cp:revision>
  <dcterms:created xsi:type="dcterms:W3CDTF">2026-06-24T05:31:11Z</dcterms:created>
  <dcterms:modified xsi:type="dcterms:W3CDTF">2026-06-24T05:31:11Z</dcterms:modified>
</cp:coreProperties>
</file>